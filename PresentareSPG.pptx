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E4B27-D142-BABA-77E3-AF9EF8E18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72195-310E-EDB1-04B2-4A34819C0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13110-E4DD-10F9-7C17-F802F73D0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6E50-6E73-CC04-3606-05CD25C3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223B8-4764-3FB2-9064-3BAEBC82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251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634A1-2CBD-136E-2096-8D71AB3CF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CD790-33CB-8488-4914-82E6206A9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60D33-99BA-0CCF-8564-5D3C41C7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1956B-9D80-2B8E-9851-875B4835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48701-1EA9-F161-C314-C5FCEEC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24989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D519-885B-379C-5D84-35A5E91E8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25934-F0E9-904B-6302-93B2F3B2B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1D923-12B7-6490-403E-517A0E4D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C369F-0B4B-6813-790F-747BA109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1F96-6C0B-6114-6E8C-F99A550F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3859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E7A5-B1F3-DE36-57AC-CF0F475A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5CBDF-528D-9CB2-E7AA-15EB5B01FD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156E3-056A-F909-DEB4-6B6CA07A3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B3B08-226A-5ED6-5934-FBCD3FBC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3B3F4-179D-CCE6-A59A-C951225D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DC12E-69A5-AFE2-6F20-0C0718A5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457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B530-E5C3-8A94-FAAA-513B76F2B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A974D-F366-76CB-D92E-072657BC6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C1643-06B8-5713-D36B-F1B95B801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D96F2-2741-DB32-0FD7-6D3E36267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C4FAC5-3B0E-A23C-F710-03C164E85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2A5F6D-E88B-2FEF-3F34-A80CE09D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7643E8-86BC-E6B4-9F72-CE5D683B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57AA3-8C5A-9907-410B-2CAEEFD3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44400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3D68-F475-D854-60D8-19288BAF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FE0F9-5D5F-2244-B411-1DE253F5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38F0C-A825-A861-C15B-62BC307C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570DE-677A-A845-D0B7-3F6AD498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9784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CD6EE3-103A-9510-C47B-7E2705B4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A8FAA-E8D0-A864-DD6D-45DB66830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1E0ED-3CB8-4052-F735-43F345E1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124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5B5D-A7CE-D309-3ADF-4FC6A1B7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869CC-81A7-5555-C947-2643336E5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0702B-F6D3-C19E-8DEF-BE4BD3A61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F1AF4-3BDA-7DF3-0F5D-8C1F7FC54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47645-FF17-AFDA-A038-51E885F49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7E137-065D-3939-771F-7969A5D51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901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6DF4-79AC-C27D-0421-25C25A4D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891C46-65A0-6591-F873-807FC1F05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0D345-15B0-FD1E-91A3-0766D66F6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FD1D1-06A2-7535-3392-DFAC7D4A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01AAD-7921-7492-C84E-B9A5DD99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357C9-4B95-639F-21D1-3437B4B8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8445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C3295-7BDB-64AE-2CB9-B1A1310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D3F99-D2BE-8A8B-D7A5-F1DF57F6E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65B85-7869-B9E4-D3E6-E599F161C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0E18D-D7F2-BC70-F477-FB3BAF4F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8AF9-23B2-BC70-9042-F71345E2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2122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60AD68-5BE1-D87F-7D2B-8CACF214A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ABCB97-AC7A-118C-B19F-341BF2A66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04C89-191F-5F40-E67B-0064B3972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20359-B47A-5F1A-9B76-CFE6965F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8586A-6EF4-46DF-6A00-BBF13B31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0023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EA76E-AA56-8718-96B9-1420DF0F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1B6E7-484E-3C94-40A4-9358753FC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28FEE-7B9A-B415-B2BB-94F3CE28F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E94A9-E9EE-45B6-96B2-E6EA99554933}" type="datetimeFigureOut">
              <a:rPr lang="ro-RO" smtClean="0"/>
              <a:t>10.05.2026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DE601-FA8D-ACAB-3009-A47CBFC08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8FD86-A22F-72B2-DE67-4084D376A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60C8D-0C96-4611-B96D-9677CB2A6E50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388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14D6-D847-B744-1195-317F826291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Simularea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masinii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politie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A30D1-3A7E-5133-DC0E-DF8B04EC9A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Student: Rarinca Robert-Mario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Grupa: 1306A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8381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B3B58-4D91-AD17-84F0-62AF42B1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endParaRPr lang="ro-RO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B3E9E-FADF-D583-C15A-83E8FAC87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Masina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noaptea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Ideal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iluminare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umbrire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umbre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tip “shadow map”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“shadow cube”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Inspiratie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Need For Speed Most Wanted (2005),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“arcade”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aspect sunt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exagerate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criminale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iluminare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umbrire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tehnicilor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“shadow map”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“shadow cube”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20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38F5-369B-F8A3-8130-35B6E082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Metodologie</a:t>
            </a:r>
            <a:endParaRPr lang="ro-RO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CD1E-0721-26EC-8166-2F1785B09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Granularitate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mare: GLAD, OpenGL 4.6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compatability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GLFW, Visual Studio 2022, compilator Microsoft Visual C / C++, Standard C++20,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STB_Image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Granularitate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orientata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obiect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scriere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limbajul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C++ (RTTI, RAII), “One Class, Two Files”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Granularitate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mica: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consacrati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tehnicile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“shadow map”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“shadow cube”, “Jittered Grid”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“Manhattan Routing”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orasului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BFS, Greedy,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texturi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transparenta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ferestrelor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X-RAY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folosind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alt shader</a:t>
            </a:r>
          </a:p>
        </p:txBody>
      </p:sp>
    </p:spTree>
    <p:extLst>
      <p:ext uri="{BB962C8B-B14F-4D97-AF65-F5344CB8AC3E}">
        <p14:creationId xmlns:p14="http://schemas.microsoft.com/office/powerpoint/2010/main" val="256708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4EDB-55FC-DCD4-3F18-4A39FC0F0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Rezultate</a:t>
            </a:r>
            <a:endParaRPr lang="ro-RO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F92F-B03A-946D-10B2-8120BE723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acceptabil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politie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iluminare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umbrire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criminala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X-RAY</a:t>
            </a:r>
          </a:p>
          <a:p>
            <a:pPr marL="0" indent="0">
              <a:buNone/>
            </a:pPr>
            <a:endParaRPr lang="ro-R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B2467-C20D-39CF-E66B-88775805F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4" y="3073350"/>
            <a:ext cx="6003919" cy="3103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59F7BD-DEB2-6C3D-04C8-F94027B10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983" y="3073350"/>
            <a:ext cx="6097990" cy="310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2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5A3722-4A6A-94FF-C6D9-E072DA982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411" y="3428999"/>
            <a:ext cx="6241934" cy="3249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17B15D-09B5-530B-75EA-13A65EFB0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412" y="179109"/>
            <a:ext cx="6241934" cy="32498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958099-0190-455A-94E4-FBAA4CED5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4" y="179109"/>
            <a:ext cx="5634757" cy="32498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9190F2-8DBD-E527-ACEC-8B4DC6AF1D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2" y="3428999"/>
            <a:ext cx="5634757" cy="324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4F25-1D74-A02D-3603-5A0F38B9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  <a:endParaRPr lang="ro-RO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BAA57-D862-302B-46AF-CC293CB47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S-au </a:t>
            </a:r>
            <a:r>
              <a:rPr lang="en-US" dirty="0" err="1"/>
              <a:t>atins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obiectivele</a:t>
            </a:r>
            <a:r>
              <a:rPr lang="en-US" dirty="0"/>
              <a:t> </a:t>
            </a:r>
            <a:r>
              <a:rPr lang="en-US" dirty="0" err="1"/>
              <a:t>propuse</a:t>
            </a:r>
            <a:endParaRPr lang="en-US" dirty="0"/>
          </a:p>
          <a:p>
            <a:r>
              <a:rPr lang="en-US" dirty="0" err="1"/>
              <a:t>Dificultati</a:t>
            </a:r>
            <a:r>
              <a:rPr lang="en-US" dirty="0"/>
              <a:t>: “shadow mapping” cu peter panning minim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evitare</a:t>
            </a:r>
            <a:r>
              <a:rPr lang="en-US" dirty="0"/>
              <a:t> effect de “</a:t>
            </a:r>
            <a:r>
              <a:rPr lang="en-US" dirty="0" err="1"/>
              <a:t>moire</a:t>
            </a:r>
            <a:r>
              <a:rPr lang="en-US" dirty="0"/>
              <a:t>” (“shadow acne”). </a:t>
            </a:r>
            <a:r>
              <a:rPr lang="en-US" dirty="0" err="1"/>
              <a:t>Gasirea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balante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performanta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fidelitate</a:t>
            </a:r>
            <a:r>
              <a:rPr lang="en-US" dirty="0"/>
              <a:t> </a:t>
            </a:r>
            <a:r>
              <a:rPr lang="en-US" dirty="0" err="1"/>
              <a:t>grafica</a:t>
            </a:r>
            <a:r>
              <a:rPr lang="en-US" dirty="0"/>
              <a:t>.</a:t>
            </a:r>
          </a:p>
          <a:p>
            <a:r>
              <a:rPr lang="en-US" dirty="0" err="1"/>
              <a:t>Puncte</a:t>
            </a:r>
            <a:r>
              <a:rPr lang="en-US" dirty="0"/>
              <a:t> </a:t>
            </a:r>
            <a:r>
              <a:rPr lang="en-US" dirty="0" err="1"/>
              <a:t>viitoare</a:t>
            </a:r>
            <a:r>
              <a:rPr lang="en-US" dirty="0"/>
              <a:t> de </a:t>
            </a:r>
            <a:r>
              <a:rPr lang="en-US" dirty="0" err="1"/>
              <a:t>dezvoltare</a:t>
            </a:r>
            <a:r>
              <a:rPr lang="en-US" dirty="0"/>
              <a:t>: </a:t>
            </a:r>
            <a:r>
              <a:rPr lang="en-US" dirty="0" err="1"/>
              <a:t>optimizare</a:t>
            </a:r>
            <a:r>
              <a:rPr lang="en-US" dirty="0"/>
              <a:t>, </a:t>
            </a:r>
            <a:r>
              <a:rPr lang="en-US" dirty="0" err="1"/>
              <a:t>spargerea</a:t>
            </a:r>
            <a:r>
              <a:rPr lang="en-US" dirty="0"/>
              <a:t> </a:t>
            </a:r>
            <a:r>
              <a:rPr lang="en-US" dirty="0" err="1"/>
              <a:t>claselor</a:t>
            </a:r>
            <a:r>
              <a:rPr lang="en-US" dirty="0"/>
              <a:t> ‘</a:t>
            </a:r>
            <a:r>
              <a:rPr lang="en-US" dirty="0" err="1"/>
              <a:t>mari</a:t>
            </a:r>
            <a:r>
              <a:rPr lang="en-US" dirty="0"/>
              <a:t>’ in </a:t>
            </a:r>
            <a:r>
              <a:rPr lang="en-US" dirty="0" err="1"/>
              <a:t>subclase</a:t>
            </a:r>
            <a:r>
              <a:rPr lang="en-US" dirty="0"/>
              <a:t> </a:t>
            </a:r>
            <a:r>
              <a:rPr lang="en-US" dirty="0" err="1"/>
              <a:t>specializare</a:t>
            </a:r>
            <a:r>
              <a:rPr lang="en-US" dirty="0"/>
              <a:t>, </a:t>
            </a:r>
            <a:r>
              <a:rPr lang="en-US" dirty="0" err="1"/>
              <a:t>adaugarea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‘physics engine’ </a:t>
            </a:r>
            <a:r>
              <a:rPr lang="en-US" dirty="0" err="1"/>
              <a:t>sau</a:t>
            </a:r>
            <a:r>
              <a:rPr lang="en-US" dirty="0"/>
              <a:t> a </a:t>
            </a:r>
            <a:r>
              <a:rPr lang="en-US" dirty="0" err="1"/>
              <a:t>coliziunilor</a:t>
            </a:r>
            <a:r>
              <a:rPr lang="en-US" dirty="0"/>
              <a:t>.</a:t>
            </a:r>
          </a:p>
          <a:p>
            <a:r>
              <a:rPr lang="en-US" dirty="0" err="1"/>
              <a:t>Contributii</a:t>
            </a:r>
            <a:r>
              <a:rPr lang="en-US" dirty="0"/>
              <a:t> </a:t>
            </a:r>
            <a:r>
              <a:rPr lang="en-US" dirty="0" err="1"/>
              <a:t>personale</a:t>
            </a:r>
            <a:r>
              <a:rPr lang="en-US" dirty="0"/>
              <a:t>: </a:t>
            </a:r>
            <a:r>
              <a:rPr lang="en-US" dirty="0" err="1"/>
              <a:t>proiectare</a:t>
            </a:r>
            <a:r>
              <a:rPr lang="en-US" dirty="0"/>
              <a:t> </a:t>
            </a:r>
            <a:r>
              <a:rPr lang="en-US" dirty="0" err="1"/>
              <a:t>balansata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vitezi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corectitudine</a:t>
            </a:r>
            <a:r>
              <a:rPr lang="en-US" dirty="0"/>
              <a:t>, </a:t>
            </a:r>
            <a:r>
              <a:rPr lang="en-US" dirty="0" err="1"/>
              <a:t>ideea</a:t>
            </a:r>
            <a:r>
              <a:rPr lang="en-US" dirty="0"/>
              <a:t> de </a:t>
            </a:r>
            <a:r>
              <a:rPr lang="en-US" dirty="0" err="1"/>
              <a:t>proiect</a:t>
            </a:r>
            <a:r>
              <a:rPr lang="en-US" dirty="0"/>
              <a:t>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7452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E3046E-A81D-4142-35B2-799A66786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32" y="912245"/>
            <a:ext cx="6043287" cy="437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2419D3-16AE-65B6-888E-34C4EA895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019" y="912245"/>
            <a:ext cx="58864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22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306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Simularea unei masinii de politie</vt:lpstr>
      <vt:lpstr>Introducere</vt:lpstr>
      <vt:lpstr>Metodologie</vt:lpstr>
      <vt:lpstr>Rezultate</vt:lpstr>
      <vt:lpstr>PowerPoint Presentation</vt:lpstr>
      <vt:lpstr>Concluzii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Rarinca Robert-Mario</dc:creator>
  <cp:lastModifiedBy>Rarinca Robert-Mario</cp:lastModifiedBy>
  <cp:revision>1</cp:revision>
  <dcterms:created xsi:type="dcterms:W3CDTF">2026-05-10T13:20:24Z</dcterms:created>
  <dcterms:modified xsi:type="dcterms:W3CDTF">2026-05-10T14:31:17Z</dcterms:modified>
</cp:coreProperties>
</file>